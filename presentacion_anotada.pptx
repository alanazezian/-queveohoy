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17904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800">
                <a:solidFill>
                  <a:srgbClr val="6D28D9"/>
                </a:solidFill>
              </a:defRPr>
            </a:pPr>
            <a:r>
              <a:t>QuéVeoHoy</a:t>
            </a:r>
            <a:br/>
            <a:r>
              <a:t>Gestor Personal de Contenidos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7904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3F4F6"/>
                </a:solidFill>
              </a:defRPr>
            </a:pPr>
            <a:r>
              <a:t>Propósito: Centralizar y recomendar películas, series y anime.</a:t>
            </a:r>
          </a:p>
          <a:p>
            <a:pPr algn="ctr">
              <a:defRPr sz="2400">
                <a:solidFill>
                  <a:srgbClr val="F3F4F6"/>
                </a:solidFill>
              </a:defRPr>
            </a:pPr>
            <a:r>
              <a:t>Stack Tecnológico:</a:t>
            </a:r>
          </a:p>
          <a:p>
            <a:pPr algn="ctr">
              <a:defRPr sz="2400">
                <a:solidFill>
                  <a:srgbClr val="F3F4F6"/>
                </a:solidFill>
              </a:defRPr>
            </a:pPr>
            <a:r>
              <a:t> • Python &amp; CustomTkinter</a:t>
            </a:r>
          </a:p>
          <a:p>
            <a:pPr algn="ctr">
              <a:defRPr sz="2400">
                <a:solidFill>
                  <a:srgbClr val="F3F4F6"/>
                </a:solidFill>
              </a:defRPr>
            </a:pPr>
            <a:r>
              <a:t> • SQLite</a:t>
            </a:r>
          </a:p>
          <a:p>
            <a:pPr algn="ctr">
              <a:defRPr sz="2400">
                <a:solidFill>
                  <a:srgbClr val="F3F4F6"/>
                </a:solidFill>
              </a:defRPr>
            </a:pPr>
            <a:r>
              <a:t> • TMDB API</a:t>
            </a:r>
          </a:p>
          <a:p>
            <a:pPr algn="ctr">
              <a:defRPr sz="2400">
                <a:solidFill>
                  <a:srgbClr val="F3F4F6"/>
                </a:solidFill>
              </a:defRPr>
            </a:pPr>
            <a:r>
              <a:t> • Jikan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6D28D9"/>
                </a:solidFill>
              </a:defRPr>
            </a:pPr>
            <a:r>
              <a:t>2. Pantalla Principal ("Hoy")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3F4F6"/>
                </a:solidFill>
              </a:defRPr>
            </a:pPr>
            <a:r>
              <a:t>Tarjeta de recomendación:</a:t>
            </a:r>
            <a:br/>
            <a:r>
              <a:t>Destaca el contenido ideal para ver hoy.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Póster centrado:</a:t>
            </a:r>
            <a:br/>
            <a:r>
              <a:t>Interfaz atractiva y visual.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Título ajustado:</a:t>
            </a:r>
            <a:br/>
            <a:r>
              <a:t>Ajuste multilínea automático.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Acciones dinámicas:</a:t>
            </a:r>
            <a:br/>
            <a:r>
              <a:t>Adaptadas por tipo de contenido.</a:t>
            </a:r>
          </a:p>
        </p:txBody>
      </p:sp>
      <p:pic>
        <p:nvPicPr>
          <p:cNvPr id="4" name="Picture 3" descr="tmpi_6fv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540327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6D28D9"/>
                </a:solidFill>
              </a:defRPr>
            </a:pPr>
            <a:r>
              <a:t>3. Gestión de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3F4F6"/>
                </a:solidFill>
              </a:defRPr>
            </a:pPr>
            <a:r>
              <a:t>Modal Centrado:</a:t>
            </a:r>
            <a:br/>
            <a:r>
              <a:t>Selector intuitivo de temporadas y capítulos reales.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Información Precisa:</a:t>
            </a:r>
            <a:br/>
            <a:r>
              <a:t>Datos extraídos de las APIs.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Flujo Sin Fricción:</a:t>
            </a:r>
            <a:br/>
            <a:r>
              <a:t>Opción directa 'Ya la terminé'.</a:t>
            </a:r>
          </a:p>
        </p:txBody>
      </p:sp>
      <p:pic>
        <p:nvPicPr>
          <p:cNvPr id="4" name="Picture 3" descr="tmp0bvy7ky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540327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6D28D9"/>
                </a:solidFill>
              </a:defRPr>
            </a:pPr>
            <a:r>
              <a:t>4. Pestaña "En Progreso"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3F4F6"/>
                </a:solidFill>
              </a:defRPr>
            </a:pPr>
            <a:r>
              <a:t>Seguimiento Episódico:</a:t>
            </a:r>
            <a:br/>
            <a:r>
              <a:t>Control exacto de lo que estás viendo.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Tabla Simplificada:</a:t>
            </a:r>
            <a:br/>
            <a:r>
              <a:t>Vista clara y sin elementos redundantes.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Reanudación Inmediata:</a:t>
            </a:r>
            <a:br/>
            <a:r>
              <a:t>Enlace a la vista 'Hoy'.</a:t>
            </a:r>
          </a:p>
        </p:txBody>
      </p:sp>
      <p:pic>
        <p:nvPicPr>
          <p:cNvPr id="4" name="Picture 3" descr="tmpmdochl6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540327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6D28D9"/>
                </a:solidFill>
              </a:defRPr>
            </a:pPr>
            <a:r>
              <a:t>5. Pestaña "Biblioteca"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3F4F6"/>
                </a:solidFill>
              </a:defRPr>
            </a:pPr>
            <a:r>
              <a:t>Catálogo Unificado: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 • Pendientes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 • Terminados / Vistos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 • Abandonados</a:t>
            </a:r>
          </a:p>
          <a:p>
            <a:br/>
            <a:pPr algn="l">
              <a:defRPr sz="2200">
                <a:solidFill>
                  <a:srgbClr val="F3F4F6"/>
                </a:solidFill>
              </a:defRPr>
            </a:pPr>
            <a:r>
              <a:t>Interfaz consolidada en una sola vista.</a:t>
            </a:r>
          </a:p>
        </p:txBody>
      </p:sp>
      <p:pic>
        <p:nvPicPr>
          <p:cNvPr id="4" name="Picture 3" descr="tmpa711v8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540327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6D28D9"/>
                </a:solidFill>
              </a:defRPr>
            </a:pPr>
            <a:r>
              <a:t>6. Doble Filtro Combinado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3F4F6"/>
                </a:solidFill>
              </a:defRPr>
            </a:pPr>
            <a:r>
              <a:t>Selectores Independientes:</a:t>
            </a:r>
            <a:br/>
            <a:r>
              <a:t>Filtro simultáneo por Tipo y Estado.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Búsqueda Real-time:</a:t>
            </a:r>
            <a:br/>
            <a:r>
              <a:t>Resultados instantáneos.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Fluidez:</a:t>
            </a:r>
            <a:br/>
            <a:r>
              <a:t>Respuesta inmediata sin bloqueos.</a:t>
            </a:r>
          </a:p>
        </p:txBody>
      </p:sp>
      <p:pic>
        <p:nvPicPr>
          <p:cNvPr id="4" name="Picture 3" descr="tmp1vkngu8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540327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6D28D9"/>
                </a:solidFill>
              </a:defRPr>
            </a:pPr>
            <a:r>
              <a:t>7. Pestaña "Historial"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3F4F6"/>
                </a:solidFill>
              </a:defRPr>
            </a:pPr>
            <a:r>
              <a:t>Auditoría Cronológica:</a:t>
            </a:r>
            <a:br/>
            <a:r>
              <a:t>Registro de interacciones recientes.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Formato Limpio:</a:t>
            </a:r>
            <a:br/>
            <a:r>
              <a:t>Sin horas ni IDs técnicos visibles.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Layout Estable:</a:t>
            </a:r>
            <a:br/>
            <a:r>
              <a:t>Evita saltos visuales en la zona inferior.</a:t>
            </a:r>
          </a:p>
        </p:txBody>
      </p:sp>
      <p:pic>
        <p:nvPicPr>
          <p:cNvPr id="4" name="Picture 3" descr="tmps25iy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540327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6D28D9"/>
                </a:solidFill>
              </a:defRPr>
            </a:pPr>
            <a:r>
              <a:t>8. Arquitectura Multi-API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3F4F6"/>
                </a:solidFill>
              </a:defRPr>
            </a:pPr>
            <a:r>
              <a:t>Normalización de Anime: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 • Unificación de esquemas entre Jikan y TMDB.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 • Bandera interna 'es_anime' para enrutamiento.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 • Interfaz única para fuentes distintas.</a:t>
            </a:r>
          </a:p>
        </p:txBody>
      </p:sp>
      <p:pic>
        <p:nvPicPr>
          <p:cNvPr id="4" name="Picture 3" descr="tmp1hznh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7924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6D28D9"/>
                </a:solidFill>
              </a:defRPr>
            </a:pPr>
            <a:r>
              <a:t>9. Rendimiento y Concurrencia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3F4F6"/>
                </a:solidFill>
              </a:defRPr>
            </a:pPr>
            <a:r>
              <a:t>Buffer de Precarga:</a:t>
            </a:r>
            <a:br/>
            <a:r>
              <a:t>Respuesta en menos de 100ms.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Debounce:</a:t>
            </a:r>
            <a:br/>
            <a:r>
              <a:t>Optimización de peticiones de búsqueda.</a:t>
            </a:r>
          </a:p>
          <a:p>
            <a:pPr algn="l">
              <a:defRPr sz="2200">
                <a:solidFill>
                  <a:srgbClr val="F3F4F6"/>
                </a:solidFill>
              </a:defRPr>
            </a:pPr>
            <a:r>
              <a:t>Request ID Token:</a:t>
            </a:r>
            <a:br/>
            <a:r>
              <a:t>Protección contra race conditions.</a:t>
            </a:r>
          </a:p>
        </p:txBody>
      </p:sp>
      <p:pic>
        <p:nvPicPr>
          <p:cNvPr id="4" name="Picture 3" descr="tmp1t6qjz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7924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6D28D9"/>
                </a:solidFill>
              </a:defRPr>
            </a:pPr>
            <a:r>
              <a:t>10. Estado Actual 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3F4F6"/>
                </a:solidFill>
              </a:defRPr>
            </a:pPr>
            <a:r>
              <a:t>Hitos Alcanzados:</a:t>
            </a:r>
            <a:br/>
            <a:r>
              <a:t>Sistema base estable, interfaz CustomTkinter, doble API funcional.</a:t>
            </a:r>
          </a:p>
          <a:p>
            <a:br/>
            <a:pPr algn="l">
              <a:defRPr sz="2200">
                <a:solidFill>
                  <a:srgbClr val="F3F4F6"/>
                </a:solidFill>
              </a:defRPr>
            </a:pPr>
            <a:r>
              <a:t>Próximos Pasos:</a:t>
            </a:r>
            <a:br/>
            <a:r>
              <a:t>Revisa el esquema a la derecha para conocer los próximos 3 módulos.</a:t>
            </a:r>
          </a:p>
        </p:txBody>
      </p:sp>
      <p:pic>
        <p:nvPicPr>
          <p:cNvPr id="4" name="Picture 3" descr="tmpc9qn_xn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79248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