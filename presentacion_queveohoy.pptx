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360152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4400">
                <a:solidFill>
                  <a:srgbClr val="6D28D9"/>
                </a:solidFill>
              </a:defRPr>
            </a:pPr>
            <a:r>
              <a:t>QuéVeoHoy</a:t>
            </a:r>
            <a:br/>
            <a:r>
              <a:t>Estado Actual del Proyecto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3657600"/>
            <a:ext cx="8531352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>
                <a:solidFill>
                  <a:srgbClr val="F3F4F6"/>
                </a:solidFill>
              </a:defRPr>
            </a:pPr>
            <a:r>
              <a:t>Propósito: Gestor y recomendador personal de películas, series y anime.</a:t>
            </a:r>
          </a:p>
          <a:p>
            <a:pPr algn="ctr">
              <a:defRPr sz="2800">
                <a:solidFill>
                  <a:srgbClr val="F3F4F6"/>
                </a:solidFill>
              </a:defRPr>
            </a:pPr>
            <a:r>
              <a:t>Stack: Python / CustomTkinter / SQLite</a:t>
            </a:r>
          </a:p>
          <a:p>
            <a:pPr algn="ctr">
              <a:defRPr sz="2800">
                <a:solidFill>
                  <a:srgbClr val="F3F4F6"/>
                </a:solidFill>
              </a:defRPr>
            </a:pPr>
            <a:r>
              <a:t>APIs: TMDB y Jikan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3601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4000">
                <a:solidFill>
                  <a:srgbClr val="6D28D9"/>
                </a:solidFill>
              </a:defRPr>
            </a:pPr>
            <a:r>
              <a:t>2. Pantalla Principal ("Hoy")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60152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solidFill>
                  <a:srgbClr val="F3F4F6"/>
                </a:solidFill>
              </a:defRPr>
            </a:pPr>
            <a:r>
              <a:t>Tarjeta de recomendación: Destaca el contenido ideal para ver hoy.</a:t>
            </a:r>
          </a:p>
          <a:p>
            <a:pPr>
              <a:defRPr sz="2400">
                <a:solidFill>
                  <a:srgbClr val="F3F4F6"/>
                </a:solidFill>
              </a:defRPr>
            </a:pPr>
            <a:r>
              <a:t>Póster centrado: Interfaz atractiva y visual.</a:t>
            </a:r>
          </a:p>
          <a:p>
            <a:pPr>
              <a:defRPr sz="2400">
                <a:solidFill>
                  <a:srgbClr val="F3F4F6"/>
                </a:solidFill>
              </a:defRPr>
            </a:pPr>
            <a:r>
              <a:t>Título: Ajuste multilínea automático para nombres largos.</a:t>
            </a:r>
          </a:p>
          <a:p>
            <a:pPr>
              <a:defRPr sz="2400">
                <a:solidFill>
                  <a:srgbClr val="F3F4F6"/>
                </a:solidFill>
              </a:defRPr>
            </a:pPr>
            <a:r>
              <a:t>Acciones: Adaptadas dinámicamente por tipo de contenido.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3601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4000">
                <a:solidFill>
                  <a:srgbClr val="6D28D9"/>
                </a:solidFill>
              </a:defRPr>
            </a:pPr>
            <a:r>
              <a:t>3. Gestión de Series e Importación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60152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solidFill>
                  <a:srgbClr val="F3F4F6"/>
                </a:solidFill>
              </a:defRPr>
            </a:pPr>
            <a:r>
              <a:t>Modal Centrado: Selector intuitivo de temporadas y capítulos reales.</a:t>
            </a:r>
          </a:p>
          <a:p>
            <a:pPr>
              <a:defRPr sz="2400">
                <a:solidFill>
                  <a:srgbClr val="F3F4F6"/>
                </a:solidFill>
              </a:defRPr>
            </a:pPr>
            <a:r>
              <a:t>Información Precisa: Datos extraídos de las APIs en tiempo real.</a:t>
            </a:r>
          </a:p>
          <a:p>
            <a:pPr>
              <a:defRPr sz="2400">
                <a:solidFill>
                  <a:srgbClr val="F3F4F6"/>
                </a:solidFill>
              </a:defRPr>
            </a:pPr>
            <a:r>
              <a:t>Botón Directo: Opción "Ya la terminé" para flujo rápido y sin fricción.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3601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4000">
                <a:solidFill>
                  <a:srgbClr val="6D28D9"/>
                </a:solidFill>
              </a:defRPr>
            </a:pPr>
            <a:r>
              <a:t>4. Pestaña "En Progreso"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60152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solidFill>
                  <a:srgbClr val="F3F4F6"/>
                </a:solidFill>
              </a:defRPr>
            </a:pPr>
            <a:r>
              <a:t>Seguimiento Episódico: Control exacto de lo que estás viendo.</a:t>
            </a:r>
          </a:p>
          <a:p>
            <a:pPr>
              <a:defRPr sz="2400">
                <a:solidFill>
                  <a:srgbClr val="F3F4F6"/>
                </a:solidFill>
              </a:defRPr>
            </a:pPr>
            <a:r>
              <a:t>Tabla Simplificada: Vista clara y sin elementos redundantes.</a:t>
            </a:r>
          </a:p>
          <a:p>
            <a:pPr>
              <a:defRPr sz="2400">
                <a:solidFill>
                  <a:srgbClr val="F3F4F6"/>
                </a:solidFill>
              </a:defRPr>
            </a:pPr>
            <a:r>
              <a:t>Reanudación Inmediata: Enlace directo a la vista de "Hoy" para continuar viendo.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3601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4000">
                <a:solidFill>
                  <a:srgbClr val="6D28D9"/>
                </a:solidFill>
              </a:defRPr>
            </a:pPr>
            <a:r>
              <a:t>5. Pestaña "Biblioteca"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60152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solidFill>
                  <a:srgbClr val="F3F4F6"/>
                </a:solidFill>
              </a:defRPr>
            </a:pPr>
            <a:r>
              <a:t>Catálogo unificado de todo tu contenido.</a:t>
            </a:r>
          </a:p>
          <a:p>
            <a:pPr>
              <a:defRPr sz="2400">
                <a:solidFill>
                  <a:srgbClr val="F3F4F6"/>
                </a:solidFill>
              </a:defRPr>
            </a:pPr>
            <a:r>
              <a:t>• Pendientes</a:t>
            </a:r>
          </a:p>
          <a:p>
            <a:pPr>
              <a:defRPr sz="2400">
                <a:solidFill>
                  <a:srgbClr val="F3F4F6"/>
                </a:solidFill>
              </a:defRPr>
            </a:pPr>
            <a:r>
              <a:t>• Terminados / Vistos</a:t>
            </a:r>
          </a:p>
          <a:p>
            <a:pPr>
              <a:defRPr sz="2400">
                <a:solidFill>
                  <a:srgbClr val="F3F4F6"/>
                </a:solidFill>
              </a:defRPr>
            </a:pPr>
            <a:r>
              <a:t>• Abandonados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3601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4000">
                <a:solidFill>
                  <a:srgbClr val="6D28D9"/>
                </a:solidFill>
              </a:defRPr>
            </a:pPr>
            <a:r>
              <a:t>6. Doble Filtro Combinado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60152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solidFill>
                  <a:srgbClr val="F3F4F6"/>
                </a:solidFill>
              </a:defRPr>
            </a:pPr>
            <a:r>
              <a:t>Selectores Independientes: Filtra por Tipo (Película, Serie, Anime) y por Estado.</a:t>
            </a:r>
          </a:p>
          <a:p>
            <a:pPr>
              <a:defRPr sz="2400">
                <a:solidFill>
                  <a:srgbClr val="F3F4F6"/>
                </a:solidFill>
              </a:defRPr>
            </a:pPr>
            <a:r>
              <a:t>Búsqueda en Tiempo Real: Resultados instantáneos mientras escribes.</a:t>
            </a:r>
          </a:p>
          <a:p>
            <a:pPr>
              <a:defRPr sz="2400">
                <a:solidFill>
                  <a:srgbClr val="F3F4F6"/>
                </a:solidFill>
              </a:defRPr>
            </a:pPr>
            <a:r>
              <a:t>Fluidez: La interfaz responde sin bloqueos al filtrar listas grandes.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3601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4000">
                <a:solidFill>
                  <a:srgbClr val="6D28D9"/>
                </a:solidFill>
              </a:defRPr>
            </a:pPr>
            <a:r>
              <a:t>7. Pestaña "Historial"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60152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solidFill>
                  <a:srgbClr val="F3F4F6"/>
                </a:solidFill>
              </a:defRPr>
            </a:pPr>
            <a:r>
              <a:t>Auditoría Cronológica: Registro de tus últimas interacciones.</a:t>
            </a:r>
          </a:p>
          <a:p>
            <a:pPr>
              <a:defRPr sz="2400">
                <a:solidFill>
                  <a:srgbClr val="F3F4F6"/>
                </a:solidFill>
              </a:defRPr>
            </a:pPr>
            <a:r>
              <a:t>Formato Limpio: Sin horas ni IDs técnicos que ensucien la vista.</a:t>
            </a:r>
          </a:p>
          <a:p>
            <a:pPr>
              <a:defRPr sz="2400">
                <a:solidFill>
                  <a:srgbClr val="F3F4F6"/>
                </a:solidFill>
              </a:defRPr>
            </a:pPr>
            <a:r>
              <a:t>Layout Estable: Zona inferior anclada para evitar saltos visuales.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3601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4000">
                <a:solidFill>
                  <a:srgbClr val="6D28D9"/>
                </a:solidFill>
              </a:defRPr>
            </a:pPr>
            <a:r>
              <a:t>8. Arquitectura Multi-API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60152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solidFill>
                  <a:srgbClr val="F3F4F6"/>
                </a:solidFill>
              </a:defRPr>
            </a:pPr>
            <a:r>
              <a:t>Normalización de Anime:</a:t>
            </a:r>
          </a:p>
          <a:p>
            <a:pPr>
              <a:defRPr sz="2400">
                <a:solidFill>
                  <a:srgbClr val="F3F4F6"/>
                </a:solidFill>
              </a:defRPr>
            </a:pPr>
            <a:r>
              <a:t>• Unificación de esquemas entre Jikan (Anime) y TMDB (Películas/Series).</a:t>
            </a:r>
          </a:p>
          <a:p>
            <a:pPr>
              <a:defRPr sz="2400">
                <a:solidFill>
                  <a:srgbClr val="F3F4F6"/>
                </a:solidFill>
              </a:defRPr>
            </a:pPr>
            <a:r>
              <a:t>• Implementación de bandera interna 'es_anime' para enrutamiento.</a:t>
            </a:r>
          </a:p>
          <a:p>
            <a:pPr>
              <a:defRPr sz="2400">
                <a:solidFill>
                  <a:srgbClr val="F3F4F6"/>
                </a:solidFill>
              </a:defRPr>
            </a:pPr>
            <a:r>
              <a:t>• Interfaz unificada a pesar de usar fuentes de datos distintas.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3601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4000">
                <a:solidFill>
                  <a:srgbClr val="6D28D9"/>
                </a:solidFill>
              </a:defRPr>
            </a:pPr>
            <a:r>
              <a:t>9. Rendimiento y Concurrencia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60152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solidFill>
                  <a:srgbClr val="F3F4F6"/>
                </a:solidFill>
              </a:defRPr>
            </a:pPr>
            <a:r>
              <a:t>Buffer de Precarga: Tiempos de respuesta menores a 100ms.</a:t>
            </a:r>
          </a:p>
          <a:p>
            <a:pPr>
              <a:defRPr sz="2400">
                <a:solidFill>
                  <a:srgbClr val="F3F4F6"/>
                </a:solidFill>
              </a:defRPr>
            </a:pPr>
            <a:r>
              <a:t>Debounce: Optimización de peticiones en campos de búsqueda.</a:t>
            </a:r>
          </a:p>
          <a:p>
            <a:pPr>
              <a:defRPr sz="2400">
                <a:solidFill>
                  <a:srgbClr val="F3F4F6"/>
                </a:solidFill>
              </a:defRPr>
            </a:pPr>
            <a:r>
              <a:t>Request ID Token: Protección contra condiciones de carrera al cambiar de pestaña rápidamente.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3601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4000">
                <a:solidFill>
                  <a:srgbClr val="6D28D9"/>
                </a:solidFill>
              </a:defRPr>
            </a:pPr>
            <a:r>
              <a:t>10. Estado Actual y 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60152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solidFill>
                  <a:srgbClr val="F3F4F6"/>
                </a:solidFill>
              </a:defRPr>
            </a:pPr>
            <a:r>
              <a:t>Hitos Alcanzados: Sistema base estable, interfaz CustomTkinter, integración TMDB/Jikan.</a:t>
            </a:r>
          </a:p>
          <a:p>
            <a:pPr>
              <a:defRPr sz="2400">
                <a:solidFill>
                  <a:srgbClr val="F3F4F6"/>
                </a:solidFill>
              </a:defRPr>
            </a:pPr>
            <a:r>
              <a:t>Próximos Pasos:</a:t>
            </a:r>
          </a:p>
          <a:p>
            <a:pPr>
              <a:defRPr sz="2400">
                <a:solidFill>
                  <a:srgbClr val="F3F4F6"/>
                </a:solidFill>
              </a:defRPr>
            </a:pPr>
            <a:r>
              <a:t>• Integración con Letterboxd.</a:t>
            </a:r>
          </a:p>
          <a:p>
            <a:pPr>
              <a:defRPr sz="2400">
                <a:solidFill>
                  <a:srgbClr val="F3F4F6"/>
                </a:solidFill>
              </a:defRPr>
            </a:pPr>
            <a:r>
              <a:t>• Calendario semanal de emisiones.</a:t>
            </a:r>
          </a:p>
          <a:p>
            <a:pPr>
              <a:defRPr sz="2400">
                <a:solidFill>
                  <a:srgbClr val="F3F4F6"/>
                </a:solidFill>
              </a:defRPr>
            </a:pPr>
            <a:r>
              <a:t>• Animación de ruleta para recomendaciones aleatorias.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